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[Your Name Goes Here]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[Your Name Goes Here]</a:t>
            </a:r>
          </a:p>
        </p:txBody>
      </p:sp>
      <p:sp>
        <p:nvSpPr>
          <p:cNvPr id="172" name="Assignment #1 - Decision Tree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Assignment #1 - Decision Trees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art 1 - Random Datase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Part 1 - Random Dataset</a:t>
            </a:r>
          </a:p>
        </p:txBody>
      </p:sp>
      <p:pic>
        <p:nvPicPr>
          <p:cNvPr id="175" name="Figure_1.png" descr="Figure_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215" y="3868874"/>
            <a:ext cx="10731235" cy="6722680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Your plot goes here"/>
          <p:cNvSpPr/>
          <p:nvPr/>
        </p:nvSpPr>
        <p:spPr>
          <a:xfrm>
            <a:off x="13007816" y="4719105"/>
            <a:ext cx="8239948" cy="5379373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43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Your plot goes here</a:t>
            </a:r>
          </a:p>
        </p:txBody>
      </p:sp>
      <p:sp>
        <p:nvSpPr>
          <p:cNvPr id="177" name="Accuracy: ___________"/>
          <p:cNvSpPr txBox="1"/>
          <p:nvPr/>
        </p:nvSpPr>
        <p:spPr>
          <a:xfrm>
            <a:off x="7523999" y="11738169"/>
            <a:ext cx="635721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Accuracy: ___________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art 2 - Circle Dataset (unconstrained dept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Part 2 - Circle Dataset (unconstrained depth)</a:t>
            </a:r>
          </a:p>
        </p:txBody>
      </p:sp>
      <p:pic>
        <p:nvPicPr>
          <p:cNvPr id="180" name="circle_dataset_training.png" descr="circle_dataset_traini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6988" y="2628865"/>
            <a:ext cx="6896779" cy="51725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circle_dataset_validation.png" descr="circle_dataset_validation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290231" y="2630707"/>
            <a:ext cx="6896101" cy="5168901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Decision Boundary overlayed on training dataset"/>
          <p:cNvSpPr/>
          <p:nvPr/>
        </p:nvSpPr>
        <p:spPr>
          <a:xfrm>
            <a:off x="1674431" y="8166137"/>
            <a:ext cx="5181893" cy="4130806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Decision Boundary overlayed on training dataset</a:t>
            </a:r>
          </a:p>
        </p:txBody>
      </p:sp>
      <p:sp>
        <p:nvSpPr>
          <p:cNvPr id="183" name="Decision Boundary overlayed on validation dataset"/>
          <p:cNvSpPr/>
          <p:nvPr/>
        </p:nvSpPr>
        <p:spPr>
          <a:xfrm>
            <a:off x="8175529" y="8166137"/>
            <a:ext cx="5181893" cy="4130806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Decision Boundary overlayed on validation dataset</a:t>
            </a:r>
          </a:p>
        </p:txBody>
      </p:sp>
      <p:sp>
        <p:nvSpPr>
          <p:cNvPr id="184" name="Training Accuracy: __________"/>
          <p:cNvSpPr txBox="1"/>
          <p:nvPr/>
        </p:nvSpPr>
        <p:spPr>
          <a:xfrm>
            <a:off x="1541037" y="12862870"/>
            <a:ext cx="525818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Training Accuracy: __________</a:t>
            </a:r>
          </a:p>
        </p:txBody>
      </p:sp>
      <p:sp>
        <p:nvSpPr>
          <p:cNvPr id="185" name="Validation Accuracy: _________"/>
          <p:cNvSpPr txBox="1"/>
          <p:nvPr/>
        </p:nvSpPr>
        <p:spPr>
          <a:xfrm>
            <a:off x="8042135" y="12862870"/>
            <a:ext cx="539229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Validation Accuracy: _________</a:t>
            </a:r>
          </a:p>
        </p:txBody>
      </p:sp>
      <p:sp>
        <p:nvSpPr>
          <p:cNvPr id="186" name="Your written analysis goes here…."/>
          <p:cNvSpPr txBox="1"/>
          <p:nvPr>
            <p:ph type="body" sz="half" idx="1"/>
          </p:nvPr>
        </p:nvSpPr>
        <p:spPr>
          <a:xfrm>
            <a:off x="14836154" y="3513904"/>
            <a:ext cx="9001560" cy="825601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anchor="ctr"/>
          <a:lstStyle>
            <a:lvl1pPr marL="0" indent="0" algn="ctr">
              <a:buSzTx/>
              <a:buNone/>
            </a:lvl1pPr>
          </a:lstStyle>
          <a:p>
            <a:pPr/>
            <a:r>
              <a:t>Your written analysis goes here….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art 3 - Circle Dataset (max_depth=1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Part 3 - Circle Dataset (max_depth=1)</a:t>
            </a:r>
          </a:p>
        </p:txBody>
      </p:sp>
      <p:pic>
        <p:nvPicPr>
          <p:cNvPr id="189" name="circle_dataset_training.png" descr="circle_dataset_traini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6988" y="2628865"/>
            <a:ext cx="6896779" cy="51725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circle_dataset_validation.png" descr="circle_dataset_validation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290231" y="2630707"/>
            <a:ext cx="6896101" cy="5168901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Decision Boundary overlayed on training dataset"/>
          <p:cNvSpPr/>
          <p:nvPr/>
        </p:nvSpPr>
        <p:spPr>
          <a:xfrm>
            <a:off x="1674431" y="8166137"/>
            <a:ext cx="5181893" cy="4130806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Decision Boundary overlayed on training dataset</a:t>
            </a:r>
          </a:p>
        </p:txBody>
      </p:sp>
      <p:sp>
        <p:nvSpPr>
          <p:cNvPr id="192" name="Decision Boundary overlayed on validation dataset"/>
          <p:cNvSpPr/>
          <p:nvPr/>
        </p:nvSpPr>
        <p:spPr>
          <a:xfrm>
            <a:off x="8175529" y="8166137"/>
            <a:ext cx="5181893" cy="4130806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Decision Boundary overlayed on validation dataset</a:t>
            </a:r>
          </a:p>
        </p:txBody>
      </p:sp>
      <p:sp>
        <p:nvSpPr>
          <p:cNvPr id="193" name="Training Accuracy: __________"/>
          <p:cNvSpPr txBox="1"/>
          <p:nvPr/>
        </p:nvSpPr>
        <p:spPr>
          <a:xfrm>
            <a:off x="1541037" y="12862870"/>
            <a:ext cx="525818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Training Accuracy: __________</a:t>
            </a:r>
          </a:p>
        </p:txBody>
      </p:sp>
      <p:sp>
        <p:nvSpPr>
          <p:cNvPr id="194" name="Validation Accuracy: _________"/>
          <p:cNvSpPr txBox="1"/>
          <p:nvPr/>
        </p:nvSpPr>
        <p:spPr>
          <a:xfrm>
            <a:off x="8042135" y="12862870"/>
            <a:ext cx="539229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Validation Accuracy: _________</a:t>
            </a:r>
          </a:p>
        </p:txBody>
      </p:sp>
      <p:sp>
        <p:nvSpPr>
          <p:cNvPr id="195" name="Your written analysis goes here…."/>
          <p:cNvSpPr txBox="1"/>
          <p:nvPr>
            <p:ph type="body" sz="half" idx="1"/>
          </p:nvPr>
        </p:nvSpPr>
        <p:spPr>
          <a:xfrm>
            <a:off x="14836154" y="3513904"/>
            <a:ext cx="9001560" cy="825601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anchor="ctr"/>
          <a:lstStyle>
            <a:lvl1pPr marL="0" indent="0" algn="ctr">
              <a:buSzTx/>
              <a:buNone/>
            </a:lvl1pPr>
          </a:lstStyle>
          <a:p>
            <a:pPr/>
            <a:r>
              <a:t>Your written analysis goes here….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art 4 - Hyperparemeter Tuning (max_dept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Part 4 - Hyperparemeter Tuning (max_depth)</a:t>
            </a:r>
          </a:p>
        </p:txBody>
      </p:sp>
      <p:sp>
        <p:nvSpPr>
          <p:cNvPr id="198" name="Hyperparemeter tuning plot goes here"/>
          <p:cNvSpPr/>
          <p:nvPr/>
        </p:nvSpPr>
        <p:spPr>
          <a:xfrm>
            <a:off x="1721824" y="3513349"/>
            <a:ext cx="10578552" cy="7811401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Hyperparemeter tuning plot goes here</a:t>
            </a:r>
          </a:p>
        </p:txBody>
      </p:sp>
      <p:sp>
        <p:nvSpPr>
          <p:cNvPr id="199" name="Optimal Max Depth: __________"/>
          <p:cNvSpPr txBox="1"/>
          <p:nvPr/>
        </p:nvSpPr>
        <p:spPr>
          <a:xfrm>
            <a:off x="4408349" y="12319640"/>
            <a:ext cx="5541646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Optimal Max Depth: __________</a:t>
            </a:r>
          </a:p>
        </p:txBody>
      </p:sp>
      <p:sp>
        <p:nvSpPr>
          <p:cNvPr id="200" name="Your written analysis goes here…."/>
          <p:cNvSpPr txBox="1"/>
          <p:nvPr>
            <p:ph type="body" sz="half" idx="1"/>
          </p:nvPr>
        </p:nvSpPr>
        <p:spPr>
          <a:xfrm>
            <a:off x="14125250" y="3513904"/>
            <a:ext cx="9001561" cy="825601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anchor="ctr"/>
          <a:lstStyle>
            <a:lvl1pPr marL="0" indent="0" algn="ctr">
              <a:buSzTx/>
              <a:buNone/>
            </a:lvl1pPr>
          </a:lstStyle>
          <a:p>
            <a:pPr/>
            <a:r>
              <a:t>Your written analysis goes here….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art 5 - Circle Dataset (optimal max_dept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Part 5 - Circle Dataset (optimal max_depth)</a:t>
            </a:r>
          </a:p>
        </p:txBody>
      </p:sp>
      <p:pic>
        <p:nvPicPr>
          <p:cNvPr id="203" name="circle_dataset_training.png" descr="circle_dataset_traini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6988" y="2628865"/>
            <a:ext cx="6896779" cy="517258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circle_dataset_validation.png" descr="circle_dataset_validation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290231" y="2630707"/>
            <a:ext cx="6896101" cy="5168901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Decision Boundary overlayed on training dataset"/>
          <p:cNvSpPr/>
          <p:nvPr/>
        </p:nvSpPr>
        <p:spPr>
          <a:xfrm>
            <a:off x="1674431" y="8166137"/>
            <a:ext cx="5181893" cy="4130806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Decision Boundary overlayed on training dataset</a:t>
            </a:r>
          </a:p>
        </p:txBody>
      </p:sp>
      <p:sp>
        <p:nvSpPr>
          <p:cNvPr id="206" name="Decision Boundary overlayed on validation dataset"/>
          <p:cNvSpPr/>
          <p:nvPr/>
        </p:nvSpPr>
        <p:spPr>
          <a:xfrm>
            <a:off x="8175529" y="8166137"/>
            <a:ext cx="5181893" cy="4130806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Decision Boundary overlayed on validation dataset</a:t>
            </a:r>
          </a:p>
        </p:txBody>
      </p:sp>
      <p:sp>
        <p:nvSpPr>
          <p:cNvPr id="207" name="Training Accuracy: __________"/>
          <p:cNvSpPr txBox="1"/>
          <p:nvPr/>
        </p:nvSpPr>
        <p:spPr>
          <a:xfrm>
            <a:off x="1541037" y="12862870"/>
            <a:ext cx="525818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Training Accuracy: __________</a:t>
            </a:r>
          </a:p>
        </p:txBody>
      </p:sp>
      <p:sp>
        <p:nvSpPr>
          <p:cNvPr id="208" name="Validation Accuracy: _________"/>
          <p:cNvSpPr txBox="1"/>
          <p:nvPr/>
        </p:nvSpPr>
        <p:spPr>
          <a:xfrm>
            <a:off x="8042135" y="12862870"/>
            <a:ext cx="539229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Validation Accuracy: _________</a:t>
            </a:r>
          </a:p>
        </p:txBody>
      </p:sp>
      <p:sp>
        <p:nvSpPr>
          <p:cNvPr id="209" name="Your written analysis goes here…."/>
          <p:cNvSpPr txBox="1"/>
          <p:nvPr>
            <p:ph type="body" sz="half" idx="1"/>
          </p:nvPr>
        </p:nvSpPr>
        <p:spPr>
          <a:xfrm>
            <a:off x="14836154" y="3513904"/>
            <a:ext cx="9001560" cy="825601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anchor="ctr"/>
          <a:lstStyle>
            <a:lvl1pPr marL="0" indent="0" algn="ctr">
              <a:buSzTx/>
              <a:buNone/>
            </a:lvl1pPr>
          </a:lstStyle>
          <a:p>
            <a:pPr/>
            <a:r>
              <a:t>Your written analysis goes here….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